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14500"/>
          </a:xfrm>
          <a:prstGeom prst="rect">
            <a:avLst/>
          </a:prstGeom>
          <a:solidFill>
            <a:srgbClr val="143C8C"/>
          </a:solidFill>
          <a:ln>
            <a:solidFill>
              <a:srgbClr val="143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0"/>
            <a:ext cx="12191695" cy="1714500"/>
          </a:xfrm>
          <a:prstGeom prst="rect">
            <a:avLst/>
          </a:prstGeom>
          <a:solidFill>
            <a:srgbClr val="285AB4"/>
          </a:solidFill>
          <a:ln>
            <a:solidFill>
              <a:srgbClr val="28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2191695" cy="1714500"/>
          </a:xfrm>
          <a:prstGeom prst="rect">
            <a:avLst/>
          </a:prstGeom>
          <a:solidFill>
            <a:srgbClr val="4682DC"/>
          </a:solidFill>
          <a:ln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43500"/>
            <a:ext cx="12191695" cy="1714500"/>
          </a:xfrm>
          <a:prstGeom prst="rect">
            <a:avLst/>
          </a:prstGeom>
          <a:solidFill>
            <a:srgbClr val="78B4F5"/>
          </a:solidFill>
          <a:ln>
            <a:solidFill>
              <a:srgbClr val="78B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Тестовая презентация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Слайд 1: градиентный фон и текст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Изображение</a:t>
            </a:r>
          </a:p>
        </p:txBody>
      </p:sp>
      <p:pic>
        <p:nvPicPr>
          <p:cNvPr id="4" name="Picture 3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45720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201168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Слайд 2: встроенная PNG-картинка малого веса.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Таблица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400"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Статус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